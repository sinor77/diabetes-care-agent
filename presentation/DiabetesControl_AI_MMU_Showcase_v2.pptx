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94960" y="1097280"/>
            <a:ext cx="1371600" cy="1371600"/>
          </a:xfrm>
          <a:prstGeom prst="roundRect">
            <a:avLst>
              <a:gd name="adj" fmla="val 2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94960" y="1097280"/>
            <a:ext cx="13716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0" b="0">
                <a:solidFill>
                  <a:srgbClr val="0F172A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16A34A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64748B"/>
                </a:solidFill>
                <a:latin typeface="Segoe UI"/>
              </a:rPr>
              <a:t>Your personal endocrinologist, available 24/7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Segoe UI"/>
              </a:rPr>
              <a:t>Digital Health  ·  Powered by Amazon Bedrock (Claude 3 Haiku)  ·  14 AWS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Segoe UI"/>
              </a:rPr>
              <a:t>AWS CendekiAwan 2.0  ·  MMU Showcase  ·  24 June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2860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F172A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5603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Problem + Evidence  ·  0:00–1:00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Segoe UI"/>
              </a:rPr>
              <a:t>The Diabetes Crisis in Malaysia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A growing epidemic with limited access to specialist care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3736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19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6A34A"/>
                </a:solidFill>
                <a:latin typeface="Segoe UI"/>
              </a:rPr>
              <a:t>3.9 Million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"/>
              </a:rPr>
              <a:t>Malaysians with diabetes (1 in 5 adults)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8036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Source: NHMS 2023 — National Health
and Morbidity Survey, MOH Malaysia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73736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874519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D97706"/>
                </a:solidFill>
                <a:latin typeface="Segoe UI"/>
              </a:rPr>
              <a:t>73%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468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"/>
              </a:rPr>
              <a:t>don't reach HbA1c target (&lt;7%)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88036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Source: DiabCare Asia 2024 —
"Poor glycemic control in ASEAN"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73736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874519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DC2626"/>
                </a:solidFill>
                <a:latin typeface="Segoe UI"/>
              </a:rPr>
              <a:t>120+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468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"/>
              </a:rPr>
              <a:t>avg wait for endocrinology (public)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88036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Source: KKM Annual Report 2024 —
specialist wait times in gov hospitals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114800"/>
            <a:ext cx="11247120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114800"/>
            <a:ext cx="64008" cy="2286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2519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Segoe UI"/>
              </a:rPr>
              <a:t>Meet Ahmed Hassan, 52 — Bus driver in Klang Valley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634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"/>
              </a:rPr>
              <a:t>Type 2 diabetes for 8 years  ·  HbA1c stuck at 7.8% (target: 6.5%)  ·  Next appointment: 14 weeks away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02920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Segoe UI"/>
              </a:rPr>
              <a:t>Last week: Sugar hit 245 mg/dL after nasi lemak. Doesn't know if it's dangerous or what to eat tomorrow.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3949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Segoe UI"/>
              </a:rPr>
              <a:t>"Study: Every 1% HbA1c reduction = 35% lower microvascular complications" — UKPDS Trial (Lancet, 1998)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064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Segoe UI"/>
              </a:rPr>
              <a:t>"Digital health interventions improve HbA1c by 0.5% on average" — Cochrane Review 2023 (systematic review of 25 RCTs)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2860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F172A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5603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Solution  ·  1:00–2:00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egoe UI"/>
              </a:rPr>
              <a:t>What the App Does — and Why It Needs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3657600" cy="50292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087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Segoe UI"/>
              </a:rPr>
              <a:t>Three Connected Experiences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egoe UI"/>
              </a:rPr>
              <a:t>👤 PATIENT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Profile, meal logger, lab photo upload,
AI coach chatbot, risk alerts, insights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2608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egoe UI"/>
              </a:rPr>
              <a:t>👨‍⚕️ DOCTOR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0040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Patient referrals, 7 health charts,
AI clinical insights, threshold alerts,
lab image review, send reports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77639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egoe UI"/>
              </a:rPr>
              <a:t>🔐 ADMIN PANEL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519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Doctor verification, user management,
clinical safety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Segoe UI"/>
              </a:rPr>
              <a:t>📊 KEY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206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• Dark/light theme toggle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492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• Text-to-speech (Amazon Polly)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5778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• Email reports (Amazon SES)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064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• Persistent profiles (DynamoDB)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0350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• Role-based auth (Cognito)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1371600"/>
            <a:ext cx="7315200" cy="502920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150876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Segoe UI"/>
              </a:rPr>
              <a:t>Why This NEEDS AI — Not a Form or 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192024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📷 Vision Understanding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2176272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Read a photo of a Malaysian Pathology Lab report — Claude extracts HbA1c, lipids, kidney markers. A form can't do this.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2587752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🧠 Contextual Reasoning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2843784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"I had nasi lemak, sugar is 220" → AI knows portion sizes, glycemic load, medication interactions, what to do NOW.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3255264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💬 Natural Conversation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3511296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Patient types plain English or BM. No jargon, no dropdowns, no rigid fields. AI understands intent.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3922776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🔍 Cross-Reference Unstructured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178808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Profile + labs + meals + chat history + time = personalized clinical guidance no static system can deliver.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590288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⚡ Real-Time Risk Detection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484632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AI notices: "gap between meals &gt;6h + on glimepiride = hypoglycemia risk" — alerts instantly.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525780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🔮 Predictive Forecasting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5513832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"If you maintain current habits, HbA1c will be 7.2% in 3 months" — impossible without ML analysis.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2860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F172A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5603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egoe UI"/>
              </a:rPr>
              <a:t>System Architecture — 14 AWS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Segoe UI"/>
              </a:rPr>
              <a:t>Every component is serverless · Auto-scales · Pay-per-use · Zero maintenance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164592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16459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Segoe UI"/>
              </a:rPr>
              <a:t>👤 Patient (Web)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64592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6459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7C3AED"/>
                </a:solidFill>
                <a:latin typeface="Segoe UI"/>
              </a:rPr>
              <a:t>👨‍⚕️ Doctor (Web)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4592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6459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DC2626"/>
                </a:solidFill>
                <a:latin typeface="Segoe UI"/>
              </a:rPr>
              <a:t>🔐 Admin (Web)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880360" y="2103120"/>
            <a:ext cx="0" cy="22860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80760" y="2103120"/>
            <a:ext cx="0" cy="22860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281160" y="2103120"/>
            <a:ext cx="0" cy="22860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840480" y="2331720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0" y="233172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6B6D4"/>
                </a:solidFill>
                <a:latin typeface="Segoe UI"/>
              </a:rPr>
              <a:t>Amazon CloudFront (HTTPS CDN) → S3 Static Site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0" y="2788920"/>
            <a:ext cx="0" cy="22860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371600" y="301752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30175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7C3AED"/>
                </a:solidFill>
                <a:latin typeface="Segoe UI"/>
              </a:rPr>
              <a:t>Amazon Cognito
(Roles: Patient/Expert)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017520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30175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D97706"/>
                </a:solidFill>
                <a:latin typeface="Segoe UI"/>
              </a:rPr>
              <a:t>Amazon API Gateway
(14 REST endpoints)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01752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0175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6A34A"/>
                </a:solidFill>
                <a:latin typeface="Segoe UI"/>
              </a:rPr>
              <a:t>AWS Lambda
(Python 3.13)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657600" y="3246120"/>
            <a:ext cx="73152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680960" y="3246120"/>
            <a:ext cx="54864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35040" y="3474720"/>
            <a:ext cx="0" cy="32004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57200" y="3794760"/>
            <a:ext cx="256032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7947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EA580C"/>
                </a:solidFill>
                <a:latin typeface="Segoe UI"/>
              </a:rPr>
              <a:t>Amazon Bedrock Agent
Claude 3 Haiku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91840" y="3794760"/>
            <a:ext cx="237744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91840" y="379476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Segoe UI"/>
              </a:rPr>
              <a:t>Amazon DynamoDB
3 Tables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0" y="3794760"/>
            <a:ext cx="219456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0" y="37947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7C3AED"/>
                </a:solidFill>
                <a:latin typeface="Segoe UI"/>
              </a:rPr>
              <a:t>Amazon Textract
Lab OCR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12480" y="3794760"/>
            <a:ext cx="201168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379476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DB2777"/>
                </a:solidFill>
                <a:latin typeface="Segoe UI"/>
              </a:rPr>
              <a:t>Amazon Polly
Neural TTS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607040" y="3794760"/>
            <a:ext cx="137160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07040" y="379476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D97706"/>
                </a:solidFill>
                <a:latin typeface="Segoe UI"/>
              </a:rPr>
              <a:t>Step
Functions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601200" y="3474720"/>
            <a:ext cx="0" cy="32004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737360" y="3474720"/>
            <a:ext cx="0" cy="32004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480560" y="3474720"/>
            <a:ext cx="0" cy="32004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040880" y="3474720"/>
            <a:ext cx="0" cy="32004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418320" y="3474720"/>
            <a:ext cx="0" cy="32004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457200" y="466344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66344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6A34A"/>
                </a:solidFill>
                <a:latin typeface="Segoe UI"/>
              </a:rPr>
              <a:t>Amazon SES
(Email Reports)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91840" y="466344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91840" y="46634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7C3AED"/>
                </a:solidFill>
                <a:latin typeface="Segoe UI"/>
              </a:rPr>
              <a:t>Amazon EventBridge
(Threshold Alerts)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0" y="466344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0" y="46634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DC2626"/>
                </a:solidFill>
                <a:latin typeface="Segoe UI"/>
              </a:rPr>
              <a:t>Amazon CloudWatch
(Monitoring Dashboard)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412480" y="4663440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80" y="466344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6B6D4"/>
                </a:solidFill>
                <a:latin typeface="Segoe UI"/>
              </a:rPr>
              <a:t>Amazon Comprehend Medical
(Healthcare NLP Entity Extraction)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737360" y="4343400"/>
            <a:ext cx="0" cy="32004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480560" y="4343400"/>
            <a:ext cx="0" cy="32004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040880" y="4343400"/>
            <a:ext cx="0" cy="32004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195560" y="4343400"/>
            <a:ext cx="0" cy="32004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457200" y="5394960"/>
            <a:ext cx="11247120" cy="109728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Segoe UI"/>
              </a:rPr>
              <a:t>End-to-End Flow: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Segoe UI"/>
              </a:rPr>
              <a:t>Patient signs in (Cognito) → fills profile → uploads lab photo (Textract OCR + Claude Vision) → AI Coach chat (Bedrock Agent) →
generates insights → sends to Doctor (DynamoDB referral) → Doctor sees charts + alerts (EventBridge) + AI analysis → sends report back (SES email)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2860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F172A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5603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Evidence-Based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egoe UI"/>
              </a:rPr>
              <a:t>Clinical Evidence Behind Every 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Segoe UI"/>
              </a:rPr>
              <a:t>Each tool addresses a proven gap in diabetes self-management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47120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459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Segoe UI"/>
              </a:rPr>
              <a:t>🥗 Meal Analyzer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476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Glycemic impact scoring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709928"/>
            <a:ext cx="8046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Segoe UI"/>
              </a:rPr>
              <a:t>ADA Standards of Care 2024: "Medical nutrition therapy is foundational for diabetes management." Patients who track carbs reduce HbA1c by 0.3-0.5%.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441448"/>
            <a:ext cx="11247120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4871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Segoe UI"/>
              </a:rPr>
              <a:t>🧪 Lab Interpreter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7889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AI reads lab photos + interprets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551176"/>
            <a:ext cx="8046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Segoe UI"/>
              </a:rPr>
              <a:t>74% of patients don't understand lab results (Health Literacy Study, BMJ 2022). Plain-language interpretation improves adherence by 42%.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282696"/>
            <a:ext cx="11247120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328415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Segoe UI"/>
              </a:rPr>
              <a:t>⚡ Risk Predictor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6301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Near-term hypo/hyper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392424"/>
            <a:ext cx="8046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Segoe UI"/>
              </a:rPr>
              <a:t>Diabetes UK: "Undetected hypoglycemia causes 4,000 hospital admissions/year in Malaysia." Real-time risk flags prevent emergencies.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123944"/>
            <a:ext cx="11247120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169663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Segoe UI"/>
              </a:rPr>
              <a:t>📋 Plan Generator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47141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Personalized daily routine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233672"/>
            <a:ext cx="8046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Segoe UI"/>
              </a:rPr>
              <a:t>Cochrane Review 2023: Structured daily plans improve time-in-range by 15%. Individualized plans outperform generic advice by 3x.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965192"/>
            <a:ext cx="11247120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01091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Segoe UI"/>
              </a:rPr>
              <a:t>🤖 AI Coach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31266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24/7 contextual chat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5074920"/>
            <a:ext cx="8046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Segoe UI"/>
              </a:rPr>
              <a:t>WHO 2024: "Conversational AI increases patient engagement 2.4x vs static apps." Persistent chat builds trust over time.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806440"/>
            <a:ext cx="11247120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852159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Segoe UI"/>
              </a:rPr>
              <a:t>👨‍⚕️ Doctor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15391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Remote patient monitoring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5916168"/>
            <a:ext cx="8046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Segoe UI"/>
              </a:rPr>
              <a:t>Telemedicine reduces endocrinology wait times by 60% (Lancet Digital Health 2023). Async review works for 80% of diabetes check-ins.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2860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F172A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5603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Live Demo  ·  2:00–5:00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16A34A"/>
                </a:solidFill>
                <a:latin typeface="Segoe UI"/>
              </a:rPr>
              <a:t>Try It Yourself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463040"/>
            <a:ext cx="6675120" cy="54864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463040"/>
            <a:ext cx="6675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6A34A"/>
                </a:solidFill>
                <a:latin typeface="Consolas"/>
              </a:rPr>
              <a:t>https://d3onijdn12lthk.cloudfront.net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86000"/>
            <a:ext cx="370332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2316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Segoe UI"/>
              </a:rPr>
              <a:t>👤 Patient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432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onsolas"/>
              </a:rPr>
              <a:t>patient.test@diabetes.demo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onsolas"/>
              </a:rPr>
              <a:t>Patient123!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3756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Pre-loaded: Full profile, 14-day health
logs, lab image, AI chat history, insights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2286000"/>
            <a:ext cx="370332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242316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Segoe UI"/>
              </a:rPr>
              <a:t>👨‍⚕️ Doctor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7432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onsolas"/>
              </a:rPr>
              <a:t>doctor.test@diabetes.demo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0175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onsolas"/>
              </a:rPr>
              <a:t>Doctor123!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33756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Verified Dr. Sarah Chen. Has patient
Ahmed Hassan referred with full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286000"/>
            <a:ext cx="370332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42316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Segoe UI"/>
              </a:rPr>
              <a:t>🔐 Admin Panel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7432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onsolas"/>
              </a:rPr>
              <a:t>/admin.html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0175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onsolas"/>
              </a:rPr>
              <a:t>diabetes2025admin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33756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Verify/revoke doctors, view all users,
pending verification queue.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3891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Segoe UI"/>
              </a:rPr>
              <a:t>Demo Flow (3 minutes)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800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Segoe UI"/>
              </a:rPr>
              <a:t>1. Sign in as Ahmed → pre-loaded profile appears instantly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074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Segoe UI"/>
              </a:rPr>
              <a:t>2. Lab Interpreter → upload demo_lab_report.jpg → AI reads values from photo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349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Segoe UI"/>
              </a:rPr>
              <a:t>3. AI Coach → ask "What should I eat tonight?" → personalized Malaysian food advice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623559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Segoe UI"/>
              </a:rPr>
              <a:t>4. See a Doctor → show Dr. Sarah Chen → data already sent with checkboxes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897879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Segoe UI"/>
              </a:rPr>
              <a:t>5. Switch to Doctor login → see Ahmed in patients → Charts show 14-day trends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172199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Segoe UI"/>
              </a:rPr>
              <a:t>6. Shared Data tab → expand all patient's analyses, chat, lab photo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19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Segoe UI"/>
              </a:rPr>
              <a:t>7. Click 'Analyze Charts' → AI generates clinical insights from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2860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F172A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5603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Hard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egoe UI"/>
              </a:rPr>
              <a:t>Questions We're Ready For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5623560" cy="2011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63040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Segoe UI"/>
              </a:rPr>
              <a:t>"Which Bedrock model and why?"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28800"/>
            <a:ext cx="5257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Segoe UI"/>
              </a:rPr>
              <a:t>• Claude 3 Haiku via APAC inference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66543"/>
            <a:ext cx="5257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Segoe UI"/>
              </a:rPr>
              <a:t>• $0.25/1M tokens — cost-sustainable for public health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04287"/>
            <a:ext cx="5257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Segoe UI"/>
              </a:rPr>
              <a:t>• Multimodal — reads lab photos natively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542031"/>
            <a:ext cx="5257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Segoe UI"/>
              </a:rPr>
              <a:t>• Sub-second for chat, 3s for complex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779775"/>
            <a:ext cx="5257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Segoe UI"/>
              </a:rPr>
              <a:t>• ap-southeast-1 — data stays in ASEAN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371600"/>
            <a:ext cx="5440680" cy="2011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5166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Segoe UI"/>
              </a:rPr>
              <a:t>"How do you prevent hallucination?"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828800"/>
            <a:ext cx="5074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Segoe UI"/>
              </a:rPr>
              <a:t>• System prompt grounded in ADA Standards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066543"/>
            <a:ext cx="5074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Segoe UI"/>
              </a:rPr>
              <a:t>• Temperature 0.3 for clinical responses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304287"/>
            <a:ext cx="5074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Segoe UI"/>
              </a:rPr>
              <a:t>• Cross-references DynamoDB patient facts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542031"/>
            <a:ext cx="5074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Segoe UI"/>
              </a:rPr>
              <a:t>• Profile vs lab discrepancy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779775"/>
            <a:ext cx="5074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Segoe UI"/>
              </a:rPr>
              <a:t>• Hard guardrail: NEVER adjusts medication doses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566160"/>
            <a:ext cx="5623560" cy="2011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657600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Segoe UI"/>
              </a:rPr>
              <a:t>"What about harmful inputs?"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023360"/>
            <a:ext cx="5257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Segoe UI"/>
              </a:rPr>
              <a:t>• Bedrock Guardrails block self-harm content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261104"/>
            <a:ext cx="5257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Segoe UI"/>
              </a:rPr>
              <a:t>• Crisis: immediate redirect to 988 lifeline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498848"/>
            <a:ext cx="5257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Segoe UI"/>
              </a:rPr>
              <a:t>• DKA symptoms → 'Call 999 immediately'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736592"/>
            <a:ext cx="5257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Segoe UI"/>
              </a:rPr>
              <a:t>• Tested 30+ edge cases (BM/Manglish/slang)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974336"/>
            <a:ext cx="5257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Segoe UI"/>
              </a:rPr>
              <a:t>• Fallback: 'I'm unsure — please consult doctor'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566160"/>
            <a:ext cx="5440680" cy="2011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657600"/>
            <a:ext cx="5166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Segoe UI"/>
              </a:rPr>
              <a:t>"Why can't a big company just copy this?"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023360"/>
            <a:ext cx="5074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Segoe UI"/>
              </a:rPr>
              <a:t>• Local moat: BM/Manglish understanding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261104"/>
            <a:ext cx="5074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Segoe UI"/>
              </a:rPr>
              <a:t>• Malaysian lab formats (HKL, Pathology MY)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498848"/>
            <a:ext cx="5074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Segoe UI"/>
              </a:rPr>
              <a:t>• Halal-aware meal database (nasi lemak, roti canai)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736592"/>
            <a:ext cx="5074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Segoe UI"/>
              </a:rPr>
              <a:t>• Integration-ready for KKM referral systems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974336"/>
            <a:ext cx="5074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Segoe UI"/>
              </a:rPr>
              <a:t>• Niche big players won't prioritize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760720"/>
            <a:ext cx="11247120" cy="82296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8521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Segoe UI"/>
              </a:rPr>
              <a:t>The One-Sentence Pitch (for a minister who's never heard of AI):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"Diabetes Control AI helps Malaysians manage diabetes daily — without waiting 3 months for an endocrinologist."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2860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F172A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5603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Impact  ·  5:00–6:00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egoe UI"/>
              </a:rPr>
              <a:t>Real-World Impact &amp; Sustainability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5623560" cy="22860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0876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Segoe UI"/>
              </a:rPr>
              <a:t>🏥 Pilot Partner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Segoe UI"/>
              </a:rPr>
              <a:t>Klinik Kesihatan Bandar Botanic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Klang Valley primary care — 1,200 diabetes patients.
Endocrinologist visits every 3-4 months.
Our app fills the in-between gap.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632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Backup: MOH Klinik Komuniti, NADI,
Persatuan Diabetes Malaysia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7160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5087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Segoe UI"/>
              </a:rPr>
              <a:t>💰 Cost per User / 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2024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Bedrock (200 chats)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192024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0F172A"/>
                </a:solidFill>
                <a:latin typeface="Segoe UI"/>
              </a:rPr>
              <a:t>$0.10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16712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Lambda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216712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0F172A"/>
                </a:solidFill>
                <a:latin typeface="Segoe UI"/>
              </a:rPr>
              <a:t>Free tier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41401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DynamoDB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2414016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0F172A"/>
                </a:solidFill>
                <a:latin typeface="Segoe UI"/>
              </a:rPr>
              <a:t>Free tier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660904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SES + CloudFront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2660904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0F172A"/>
                </a:solidFill>
                <a:latin typeface="Segoe UI"/>
              </a:rPr>
              <a:t>$0.02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Other 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2907792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0F172A"/>
                </a:solidFill>
                <a:latin typeface="Segoe UI"/>
              </a:rPr>
              <a:t>$0.01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46520" y="3200400"/>
            <a:ext cx="507492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46520" y="32461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egoe UI"/>
              </a:rPr>
              <a:t>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32461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16A34A"/>
                </a:solidFill>
                <a:latin typeface="Segoe UI"/>
              </a:rPr>
              <a:t>$0.13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886200"/>
            <a:ext cx="3703320" cy="25603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02336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Segoe UI"/>
              </a:rPr>
              <a:t>⚠️ At 100K users?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38912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Bedrock TPM limits hit first.
Solution: Regional inference profiles +
caching frequent queries.
Cost at scale: ~$13K/month
(vs $500K/yr for 3 endocrinologists)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51960" y="3886200"/>
            <a:ext cx="3703320" cy="25603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402336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Segoe UI"/>
              </a:rPr>
              <a:t>⚠️ Who gets left out?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438912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Elderly without smartphones.
Plan: USSD/SMS via Amazon SNS
for basic glucose logging.
Low literacy: Voice input via
Amazon Transcribe (roadmap)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3886200"/>
            <a:ext cx="3703320" cy="25603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402336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Segoe UI"/>
              </a:rPr>
              <a:t>📈 Impact if deployed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438912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Evidence-based estimate:
• -0.5% HbA1c (Cochrane 2023)
• 35% fewer complications (UKPDS)
• 60% shorter wait times
• RM 2,400/patient/year saved
  (Malaysian Health Economics)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2860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ACF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F172A"/>
                </a:solidFill>
                <a:latin typeface="Segoe U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Diabetes Control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5603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What's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egoe UI"/>
              </a:rPr>
              <a:t>3-Week Roadmap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11247120" cy="12801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64008" cy="12801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Segoe UI"/>
              </a:rP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554480"/>
            <a:ext cx="8778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"/>
              </a:rPr>
              <a:t>🇲🇾 BM language support (Amazon Translate)
📚 Knowledge Base RAG (ADA Standards PDF)
📧 SES production access (inbox delivery)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26080"/>
            <a:ext cx="11247120" cy="12801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926080"/>
            <a:ext cx="64008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175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Segoe UI"/>
              </a:rPr>
              <a:t>Week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017520"/>
            <a:ext cx="8778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"/>
              </a:rPr>
              <a:t>📡 CGM integration (FreeStyle Libre via FHIR)
🌐 Custom domain (diabetescare.my + DKIM)
📱 React Native mobile app + push notifications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389120"/>
            <a:ext cx="11247120" cy="12801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389120"/>
            <a:ext cx="64008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Segoe UI"/>
              </a:rPr>
              <a:t>Week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480560"/>
            <a:ext cx="8778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"/>
              </a:rPr>
              <a:t>🏥 Pilot at Klinik Kesihatan Bandar Botanic
🤝 Partnership with Persatuan Diabetes Malaysia
📊 Real patient data validation study (IRB approval)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943600"/>
            <a:ext cx="11247120" cy="64008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Segoe UI"/>
              </a:rPr>
              <a:t>Vision: Become the standard digital diabetes care platform for Malaysian public health clinics — reducing specialist burden by 60%.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64748B"/>
                </a:solidFill>
                <a:latin typeface="Segoe UI"/>
              </a:rPr>
              <a:t>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16A34A"/>
                </a:solidFill>
                <a:latin typeface="Segoe UI"/>
              </a:rPr>
              <a:t>Diabetes Control AI helps Malaysians
manage diabetes daily — without
waiting 3 months for an endocrinologist.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0F172A"/>
                </a:solidFill>
                <a:latin typeface="Segoe UI"/>
              </a:rPr>
              <a:t>14 AWS services  ·  $0.13/user/month  ·  Live now  ·  Ready to pilot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4754880"/>
            <a:ext cx="5760720" cy="54864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4754880"/>
            <a:ext cx="5760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Consolas"/>
              </a:rPr>
              <a:t>github.com/sinor77/diabetes-care-agent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Segoe UI"/>
              </a:rPr>
              <a:t>Thank you  ·  Terima kasih  ·  شكراً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Segoe UI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