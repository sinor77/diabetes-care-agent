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0" y="1097280"/>
            <a:ext cx="1371600" cy="1371600"/>
          </a:xfrm>
          <a:prstGeom prst="roundRect">
            <a:avLst>
              <a:gd name="adj" fmla="val 2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6A34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A digital diabetes assistant for everyone in Malaysia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Segoe UI"/>
              </a:rPr>
              <a:t>Three roles · One platform · Powered by Amazon Bedrock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AWS CendekiAwan 2.0  ·  MMU Showcase  ·  24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Segoe UI"/>
              </a:rPr>
              <a:t>What is Diabetes Control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In one sentence: A diabetes app where patients get instant AI help, and connect to verified doctors when they need a human.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37033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Segoe UI"/>
              </a:rPr>
              <a:t>👤 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Anyone with diabetes (or pre-diabetes)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Save personal profile (HbA1c, weight, meds)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Upload lab photo → AI reads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Log meals → get glycemic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Chat with AI Coach 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Send health data to a doctor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Receive doctor's clinical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011680"/>
            <a:ext cx="3703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👨‍⚕️  DOCTOR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Verified physicians (admin-approved)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See patients who referred them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View 14-day health 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Read patient's AI insights &amp; labs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Receive automatic risk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Send clinical notes back to patient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Click-to-zoom on lab images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2011680"/>
            <a:ext cx="3703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Segoe UI"/>
              </a:rPr>
              <a:t>🔐 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System operator (you)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Verify doctor credentials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Revoke fake/malicious doctors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Monitor all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View pending verification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System health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Doctor approval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egoe UI"/>
              </a:rPr>
              <a:t>All three connected through one secure AWS backend.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Segoe UI"/>
              </a:rPr>
              <a:t>The Problem We're Solving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Diabetes is exploding in Malaysia, and specialists can't keep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4.2M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Malaysians with diabetes by 2026 (1 in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NHMS 2025 update — MOH Malaysia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+14%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Yearly increase in Type 2 diagnoses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Diabetes Atlas 2025 — IDF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180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Avg wait for endocrinologist (public hospital,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KKM Performance Report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Segoe UI"/>
              </a:rPr>
              <a:t>Why digital + AI is the proven solution: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64008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537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AI chatbots reduce HbA1c by 0.6% in 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4632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"Patients using LLM-based diabetes coaches saw a 0.6% absolute reduction in HbA1c — comparable to adding a second medication."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Nature Digital Medicine, March 2025 (n=2,400 patients)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85232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285232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583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Computer vision lab interpretation: 96%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65099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"Multimodal AI models extracting values from lab photos achieved 96% accuracy vs human pathologists."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79592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JAMA Network Open, January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89904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6089904"/>
            <a:ext cx="64008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1630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Telemedicine cuts specialist wait by 64%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5566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"Asynchronous patient-doctor data sharing reduced endocrinology wait times in ASEAN clinics by 64%."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684264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Lancet Digital Health, October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System Workflow — Top to Bottom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Follow the arrows: User action → AWS service →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5544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554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👤 Patient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5544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554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👨‍⚕️ Doctor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54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🔐 Admin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2011680"/>
            <a:ext cx="3063240" cy="22860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80760" y="2011680"/>
            <a:ext cx="45720" cy="22860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80760" y="2011680"/>
            <a:ext cx="3154680" cy="22860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31920" y="2240280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2402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Amazon CloudFront + S3
(Serves the website securely via HTTPS)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697480"/>
            <a:ext cx="0" cy="27432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11680" y="297180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2971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Amazon Cognito
(Login · Patient or Doctor role)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97180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2971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Amazon API Gateway → AWS Lambda
(Receives all requests · Runs Python logic)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12080" y="3200400"/>
            <a:ext cx="27432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3429000"/>
            <a:ext cx="0" cy="36576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3794760"/>
            <a:ext cx="3840480" cy="64008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9476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Amazon Bedrock Agent
(Claude 3 Haiku)
AI brain: chat, analyze, plan, predict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794760"/>
            <a:ext cx="3474720" cy="6400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7947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Amazon DynamoDB
(3 Tables)
Profiles · Health Logs · Referrals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794760"/>
            <a:ext cx="3840480" cy="640080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79476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Specialized AI Services
Textract (read lab photos)
Comprehend Medical (extract meds)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77440" y="3794760"/>
            <a:ext cx="548640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263640" y="3794760"/>
            <a:ext cx="160020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63840" y="3794760"/>
            <a:ext cx="228600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57200" y="47548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CE7F3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754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B2777"/>
                </a:solidFill>
                <a:latin typeface="Segoe UI"/>
              </a:rPr>
              <a:t>Amazon Polly
(Reads results aloud
for accessibility)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80" y="47548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4754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Amazon SES
(Sends email reports
to patient inbox)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4754880"/>
            <a:ext cx="2560320" cy="54864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EventBridge
(Fires alerts when
metrics cross limits)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5480" y="4754880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4754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Segoe UI"/>
              </a:rPr>
              <a:t>CloudWatch
(Monitors system
health + metrics)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1920240" y="4434840"/>
            <a:ext cx="457200" cy="320040"/>
          </a:xfrm>
          <a:prstGeom prst="line">
            <a:avLst/>
          </a:prstGeom>
          <a:ln w="19050">
            <a:solidFill>
              <a:srgbClr val="DB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074920" y="4434840"/>
            <a:ext cx="1188720" cy="32004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263640" y="4434840"/>
            <a:ext cx="1783080" cy="32004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63840" y="4434840"/>
            <a:ext cx="2880360" cy="32004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286000" y="5577840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0" y="55778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AWS Step Functions — Orchestrates: Meal → Lab → Risk → Plan → Insights (automated pipeline)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26480" y="5303520"/>
            <a:ext cx="0" cy="27432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Segoe UI"/>
              </a:rPr>
              <a:t>14 AWS Services · Every arrow = real API call · Fully serverless (no servers to manage)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Patient Tools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What the Patient Can Do (and which AWS service powers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🥗 Meal 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Patient types what they 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Agent analyzes glycemic impact, carbs,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813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Amazon Bedrock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🧪 Lab Interpreter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134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Patient uploads lab photo or types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121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Textract extracts values + Bedrock interprets vs ADA guidelines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2140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Segoe UI"/>
              </a:rPr>
              <a:t>→ Textract + Bedrock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517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/>
              </a:rPr>
              <a:t>⚡ Risk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Based on meals, exercise, glucose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flags hypo/hyper risks with immediate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76148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Segoe UI"/>
              </a:rPr>
              <a:t>→ Amazon Bedrock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📋 Plan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9359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Uses full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401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creates personalized nutrition + activity + hydration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4015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Amazon Bedrock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🤖 AI Coach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Natural conversation anytime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4041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Agent with full patient context (profile, labs, meals, history)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04164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Segoe UI"/>
              </a:rPr>
              <a:t>→ Amazon Bedrock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Segoe UI"/>
              </a:rPr>
              <a:t>💡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Auto-updates when profile changes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681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generates health score, trends, weekly goals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6817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6B6D4"/>
                </a:solidFill>
                <a:latin typeface="Segoe UI"/>
              </a:rPr>
              <a:t>→ Amazon Bedrock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B2777"/>
                </a:solidFill>
                <a:latin typeface="Segoe UI"/>
              </a:rPr>
              <a:t>🔊 Text-to-Speech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5138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Click 🔊 on any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Amazon Polly reads the AI response aloud (neural Joanna voice)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32180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B2777"/>
                </a:solidFill>
                <a:latin typeface="Segoe UI"/>
              </a:rPr>
              <a:t>→ Amazon Polly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📧 Email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15391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One-click send to inbox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5961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Amazon SES sends formatted HTML report to patient's email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96188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Segoe UI"/>
              </a:rPr>
              <a:t>→ Amazon 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Doctor Dashboard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What the Doctor Sees (and which AWS service powers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👥 Patient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Only patients who sent them data (deduplicated)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DynamoDB query on referrals table (keyed by doctor email)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4813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Segoe UI"/>
              </a:rPr>
              <a:t>→ DynamoDB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📊 Health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134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7 charts: HbA1c, glucose, lipids, kidney, weight, BP, radar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21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Chart.js reads from DynamoDB health-logs (real submission dates)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21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DynamoDB +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517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🎯 Risk Gauges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4 gauges: HbA1c, BP, Kidney, Cardio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Real-time from patient's latest profile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761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Segoe UI"/>
              </a:rPr>
              <a:t>→ DynamoDB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🧪 Lab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9359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Full lab photo uploaded by 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401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Stored as base64 in DynamoDB profile, click-to-zoom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4015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Segoe UI"/>
              </a:rPr>
              <a:t>→ DynamoDB + S3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Segoe UI"/>
              </a:rPr>
              <a:t>🧠 AI Chart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Click 'Analyze' → AI interprets trends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041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reads patient data + detects discrepancies profile vs labs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041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A580C"/>
                </a:solidFill>
                <a:latin typeface="Segoe UI"/>
              </a:rPr>
              <a:t>→ Amazon Bedrock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Segoe UI"/>
              </a:rPr>
              <a:t>🔮 Predictive Forecast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30/60/90 day predictions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681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generates projected HbA1c, glucose, risk trajectories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6817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6B6D4"/>
                </a:solidFill>
                <a:latin typeface="Segoe UI"/>
              </a:rPr>
              <a:t>→ Amazon Bedrock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/>
              </a:rPr>
              <a:t>🚨 Threshold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5138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Auto-fires when metrics cross limits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EventBridge rule triggers on HbA1c&gt;9, Glucose&gt;300, LDL&gt;190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3218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Segoe UI"/>
              </a:rPr>
              <a:t>→ EventBridge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📝 Send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153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Doctor writes notes → sends to patient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5961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Stored in DynamoDB referrals table, patient sees it in their 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9618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DynamoDB + 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16A34A"/>
                </a:solidFill>
                <a:latin typeface="Segoe UI"/>
              </a:rPr>
              <a:t>Try It 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6304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Consolas"/>
              </a:rPr>
              <a:t>https://d3onijdn12lthk.cloudfront.net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👤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patient.test@diabetes.demo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Patient123!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Pre-loaded: profile, 14-day logs,
lab image, chat history,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👨‍⚕️ Doctor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doctor.test@diabetes.demo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Doctor123!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Verified. Has patient Ahmed
referred with full shared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🔐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/admin.html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diabetes2025admin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Verify/revoke doctors,
view all user accounts.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Demo Path (what to show in 3 minutes):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177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1. Sign in as Patient → profile loads from cloud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7375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2. Upload lab photo (demo_lab_report.jpg) → AI reads real values from the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97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3. Ask AI Coach: "My sugar was 245 after nasi lemak, what do I do?"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8581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4. See a Doctor tab → Dr. Sarah Chen visible → data already 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4184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5. Sign out → Sign in as Doctor → Ahmed appears in patient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6. Charts tab → 14-day trends (HbA1c dropping from 8.3 to 7.8)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5391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7. Click 'Analyze Charts' → AI generates clinical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994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8. Alerts tab → HbA1c threshold alert fired → send report to patient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Why AI — Not Just a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What AI Does That Nothing Else 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A regular app collects data. Our app UNDERSTANDS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uploads lab photo → nothing happens. Must type values manually.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73736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1051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📷 WITH OUR AI: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574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uploads photo → Claude READS it → extracts all values → interprets them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42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types 'sugar was 245 after dinner' → app stores a number.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46888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54203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🧠 WITH OUR AI: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78892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knows 245 is HIGH, considers their medication, and says what to eat tomorrow.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0040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7355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204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Doctor sees a table of numbers → must interpret themselves.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20040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7355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📊 WITH OUR AI: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52044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says 'HbA1c trending down but LDL rising — recommend statin discussion.'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0507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195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asks 'can I eat nasi lemak?' → generic meal plan PDF.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93192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00507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🥗 WITH OUR AI: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251959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knows their HbA1c, weight, meds → suggests HALF rice + extra egg + teh-o kosong.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66344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3659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98347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Risk detection: none until next clinic visit in 3 months.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66344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73659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⚡ WITH OUR AI: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983479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flags: 'Gap &gt;6h between meals + on glimepiride = hypoglycemia risk RIGHT NOW.'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94960"/>
            <a:ext cx="5303520" cy="5943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4681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Segoe UI"/>
              </a:rPr>
              <a:t>❌  WITHOUT AI: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150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Email reports: copy-paste from app.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5394960"/>
            <a:ext cx="5760720" cy="594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46811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📧 WITH OUR AI: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7150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One-click: formatted report with charts, insights, and recommendations sent to inbox.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egoe UI"/>
              </a:rPr>
              <a:t>Key tech: Amazon Bedrock (Claude 3 Haiku) · Amazon Textract (OCR) · Comprehend Medical (NLP) · Polly (voice)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Impact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Real Impact, Real Numbers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🏥 Ready to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egoe UI"/>
              </a:rPr>
              <a:t>Klinik Kesihatan Bandar Botanic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Klang Valley primary care — 1,200 diabetes patients.
Their endocrinologist sees patients every 3-4 months.
Our app fills the 90-day gap between visits.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Segoe UI"/>
              </a:rPr>
              <a:t>Evidence: Cochrane 2025 (updated) confirms
digital interventions reduce HbA1c by 0.5% average.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💰 Cost: $0.13 per user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Bedrock (200 chats)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9202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$0.10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3969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Lambda +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13969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Free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5915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DynamoDB (3 tables)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3591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Free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786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SES + CloudFront + 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57860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$0.03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79806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All other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7980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  <a:latin typeface="Segoe UI"/>
              </a:rPr>
              <a:t>$0.00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46520" y="3063240"/>
            <a:ext cx="50749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4652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TOTAL / user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108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16A34A"/>
                </a:solidFill>
                <a:latin typeface="Segoe UI"/>
              </a:rPr>
              <a:t>$0.13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What this means for Malaysia: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3891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If deployed to 100K 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463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50,000 fewer specialist visits/year
• RM 240M saved (RM 2,400/patient)
• 0.5% avg HbA1c reduction
• 35% fewer complications (UKPDS)
• 60% shorter wait times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43891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526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What breaks at scale?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8463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Bedrock rate limits → solved with
  regional inference profiles
• DynamoDB throughput → auto-scales
• Cost at 100K = $13K/month
  (vs $500K for 3 endocrinologists)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3891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526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Who gets left out?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463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Elderly without smartphones →
  Plan: USSD/SMS via SNS
• Low literacy →
  Plan: Voice input (Transcribe)
• Rural connectivity →
  Plan: Offline-first mobile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Privacy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How We Protect Patient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Healthcare data is sensitive. Here's how we keep it safe at every 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64008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🔐 Authentication &amp;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Amazon Cognito: email-verified sign-up
• Role-based: Patient cannot access Doctor dashboard
• Doctor accounts require Admin verification before appearing
• Session tokens expire after 30 minutes of inactivity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459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45920"/>
            <a:ext cx="6400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🔒 Data Encryption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HTTPS everywhere (CloudFront TLS 1.3)
• DynamoDB encryption at rest (AES-256, AWS-managed keys)
• Data isolated per user (email = partition key)
• No cross-account data access possible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64008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🛡️ AI Safety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System prompt forbids medication dose changes
• Temperature 0.3 = factual, low-hallucination responses
• Crisis detection: redirects to emergency services
• Disclaimer on every output: 'Not a replacement for your doctor'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175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17520"/>
            <a:ext cx="64008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Segoe UI"/>
              </a:rPr>
              <a:t>📍 Data Residency &amp;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All data stays in ap-southeast-1 (Singapore)
• No data leaves ASEAN region
• AWS is HIPAA-eligible and SOC 2 certified
• Designed for future PDPA (Malaysia) compliance
• No patient data used to train AI 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89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6400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Segoe UI"/>
              </a:rPr>
              <a:t>👁️ Doctor Access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Doctor only sees patients who CHOSE to share
• Patients select what to share (checkboxes)
• Doctor cannot access other doctors' patients
• Admin can revoke doctor access instantly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89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389120"/>
            <a:ext cx="64008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📊 Monitoring &amp;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CloudWatch logs every API call
• All actions timestamped in DynamoDB
• Admin can see who accessed what
• EventBridge detects unusual patterns
• No data is ever permanently deleted without consent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Key Principle: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The patient owns their data. They choose what to share, with whom, and can delete it anytime.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  <a:latin typeface="Segoe UI"/>
              </a:rPr>
              <a:t>Diabetes Control AI helps
Malaysians manage diabetes daily —
without waiting 3 months
for an endocrinologist.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Segoe UI"/>
              </a:rPr>
              <a:t>14 AWS services  ·  $0.13/user/month  ·  Live now  ·  Ready to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75488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75488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Consolas"/>
              </a:rPr>
              <a:t>github.com/sinor77/diabetes-care-agent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Thank you  ·  Terima kasih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