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4648" y="1371600"/>
            <a:ext cx="1828800" cy="1828800"/>
          </a:xfrm>
          <a:prstGeom prst="roundRect">
            <a:avLst>
              <a:gd name="adj" fmla="val 2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84648" y="1371600"/>
            <a:ext cx="1828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16A34A"/>
                </a:solidFill>
                <a:latin typeface="Calibr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Calibri"/>
              </a:rPr>
              <a:t>Your personal endocrinologist, available 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Digital Health  ·  Powered by Amazon Bedrock (Claude 3 Haiku)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AWS CendekiAwan 2.0  ·  MMU Showcase  ·  24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How It All Connects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14 AWS Services  ·  Fully Serverless  ·  Zero Server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11247120" cy="4434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219456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19456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👤 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19456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9456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👨‍⚕️ Doctor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Calibri"/>
              </a:rPr>
              <a:t>🔐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834640"/>
            <a:ext cx="237744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834640"/>
            <a:ext cx="23774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Amazon CloudFront (HTTPS CDN)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69280" y="2907792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2834640"/>
            <a:ext cx="237744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40"/>
            <a:ext cx="23774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Amazon S3 (Static Site)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3520440"/>
            <a:ext cx="219456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52044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Cognito (Auth &amp; Roles)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14800" y="3593592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3520440"/>
            <a:ext cx="219456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52044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Calibri"/>
              </a:rPr>
              <a:t>API Gateway (REST)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03720" y="3593592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06640" y="3520440"/>
            <a:ext cx="219456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520440"/>
            <a:ext cx="2194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Calibri"/>
              </a:rPr>
              <a:t>AWS Lambda (Python)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0624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06240"/>
            <a:ext cx="21945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EA580C"/>
                </a:solidFill>
                <a:latin typeface="Calibri"/>
              </a:rPr>
              <a:t>Amazon Bedrock
Claude 3 Haiku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420624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4206240"/>
            <a:ext cx="21945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Amazon DynamoDB
3 tables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420624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4206240"/>
            <a:ext cx="21945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Amazon Textract
(Lab OCR)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20624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206240"/>
            <a:ext cx="21945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DB2777"/>
                </a:solidFill>
                <a:latin typeface="Calibri"/>
              </a:rPr>
              <a:t>Amazon Polly
(Text-to-Speech)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420624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4206240"/>
            <a:ext cx="1371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Calibri"/>
              </a:rPr>
              <a:t>Step
Functions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93776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37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Calibri"/>
              </a:rPr>
              <a:t>Amazon SES (Email)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08960" y="493776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4937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EventBridge (Alerts)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493776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4937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Calibri"/>
              </a:rPr>
              <a:t>CloudWatch (Monitoring)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4937760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4937760"/>
            <a:ext cx="374903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Comprehend Medical (Healthcare NLP)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Flow:  User → CloudFront → API Gateway → Lambda → Bedrock Agent (Claude 3 Haiku) → response  +  persisted to DynamoDB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Problem  ·  0:00 – 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Meet Ahmed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4712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73152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Ahmed Hassan, 52  ·  Bus driver in Klang Valley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Type 2 diabetes for 8 years.  HbA1c stuck at 7.8% (target: 6.5%).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Next endocrinologist appointment is 14 weeks away at HKL.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Last week his sugar hit 245 mg/dL after dinner. He doesn't know if that's dangerous, what to eat tomorrow, or whether to take extra metformin.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"I don't want to call the hospital for every question — but I don't want to die either."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16A34A"/>
                </a:solidFill>
                <a:latin typeface="Calibri"/>
              </a:rPr>
              <a:t>3.9M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Malaysians with diabetes (1 in 5 adults)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43484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16A34A"/>
                </a:solidFill>
                <a:latin typeface="Calibri"/>
              </a:rPr>
              <a:t>120+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349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days avg wait for endocrinology in public hospitals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297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43484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16A34A"/>
                </a:solidFill>
                <a:latin typeface="Calibri"/>
              </a:rPr>
              <a:t>73%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349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don't reach HbA1c target — preventable complications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Solution  ·  1:00 – 2:00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An AI Endocrinologist in Your Pocket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Three connected experiences, one intelligent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3703320" cy="1737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👤  Patient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Profile, meal logger, lab analyzer, AI chat coach. Get instant insights when symptoms appear.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20240"/>
            <a:ext cx="3703320" cy="1737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👨‍⚕️  Doctor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0604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Verified physicians review referred patients with charts, lab images, and AI-flagged risks.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703320" cy="17373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🔐  Admin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Verify doctor credentials before they appear to patients — clinical safety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11247120" cy="26060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233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Calibri"/>
              </a:rPr>
              <a:t>⚠️  Why this needs AI — not a form or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📷 Vision understanding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5262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Read a Malaysian Pathology Lab photo — Claude extracts HbA1c, lipids, kidney markers automatically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🧠 Contextual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9834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"I had nasi lemak this morning, sugar is 220" → AI knows portion sizes, glycemic load, what to do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40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💬 Natural conversation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4406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Ahmed types in plain English (or BM) — no medical jargon, no rigid form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🔍 Cross-references unstructured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8978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Profile + labs + chat history = personalized clinical guidance no form can deliver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Solution  ·  AWS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14 AWS Services Working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Purpose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965960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2057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AI 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Amazon Bedrock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574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Claude 3 Haiku — $0.25/1M tokens, low latency, multimodal vision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468880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2560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Lambda · 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603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Serverless API with 14+ endpoints, auto-scales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2971800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06323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632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Amazon Cognito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06323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Role-based: Patient / Expert groups, email verification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3474720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5661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5661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DynamoDB · 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56615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3 tables: profiles, health-logs, referrals; S3 hosts frontend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3977639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40690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Specialized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06907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Textract · Comprehend Medical · Polly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06907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Lab OCR · medical NLP · neural text-to-speech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4480559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457199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57199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Step Functions · EventBridge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57199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Multi-step analysis pipelines · threshold alerts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4983479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507491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0749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CloudFront · 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07491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HTTPS CDN · email reports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5486399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557783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5778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CloudWatch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57783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Live dashboard with API metrics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5989319"/>
            <a:ext cx="1124712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Flow:  Patient input → API Gateway → Lambda → Bedrock Agent → response + DynamoDB → Doctor sees real-time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Live Demo  ·  2:00 – 5:00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6A34A"/>
                </a:solidFill>
                <a:latin typeface="Calibri"/>
              </a:rPr>
              <a:t>Try It Yourself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Open the link  ·  Sign up takes 30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286000"/>
            <a:ext cx="7589520" cy="64008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28600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Consolas"/>
              </a:rPr>
              <a:t>https://d3onijdn12lthk.cloudfront.net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70332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Demo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Email: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nsolas"/>
              </a:rPr>
              <a:t>patient.test@diabetes.demo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Password: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nsolas"/>
              </a:rPr>
              <a:t>Patient123!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383280"/>
            <a:ext cx="370332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Demo Doctor (verified)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023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Email: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nsolas"/>
              </a:rPr>
              <a:t>doctor.test@diabetes.demo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Password: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029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nsolas"/>
              </a:rPr>
              <a:t>Doctor123!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383280"/>
            <a:ext cx="370332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Admin Panel  /admin.html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023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Email: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nsolas"/>
              </a:rPr>
              <a:t>Password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Password: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029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nsolas"/>
              </a:rPr>
              <a:t>diabetes2025admin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Pre-loaded with realistic data: 7-day HbA1c history, lab image, AI insights, doctor referral.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Live Demo  ·  The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The 3-Minute Demo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2402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240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0574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Sign in as Ahmed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Pre-loaded profile loads from DynamoDB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828800"/>
            <a:ext cx="22402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828800"/>
            <a:ext cx="2240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03320" y="20574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057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26060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Upload lab 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31546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Claude vision extracts real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28800"/>
            <a:ext cx="22402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1828800"/>
            <a:ext cx="2240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20574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057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6060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Ask AI Coach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1546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"What should I eat tonight?"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59" y="1828800"/>
            <a:ext cx="22402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59" y="1828800"/>
            <a:ext cx="2240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66759" y="20574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2057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9" y="26060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Send to Doctor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31546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Selective sharing checkboxes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828800"/>
            <a:ext cx="22402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828800"/>
            <a:ext cx="2240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0" y="205740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0" y="2057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6060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Switch to Doctor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1546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See charts · gauges · AI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297680"/>
            <a:ext cx="11247120" cy="219456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4348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Calibri"/>
              </a:rPr>
              <a:t>⚠️  What you'll see live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377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📊  Real time-series charts from Ahmed's actual submission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3035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🧠  AI-flagged anomalies — "HbA1c trending down but LDL rising, recommend statin discussion"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📷  Lab photo Ahmed uploaded — full size, click to zoom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🚨  EventBridge alert: "Patient HbA1c above 8% for 3 weeks" auto-triggered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Live Demo  ·  Hard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How We Handle the Tough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62356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"Which Bedrock model and why?"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Claude 3 Haiku via APAC inference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$0.25 per 1M input tokens — sustainable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Sub-second latency for chat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2666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Multimodal — reads lab images natively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Available in ap-southeast-1 (data sovereignty)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"How do you prevent hallucination?"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1488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Strict system prompt grounded in ADA Standards of 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414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Temperature 0.3 for clinical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3405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Cross-references DynamoDB patient 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2666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Discrepancy detection: profile vs lab values flagged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1927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Hard guardrail: never adjust medication dosages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562356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"What about harmful inputs?"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Bedrock Guardrails block self-harm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5604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Crisis: redirects to 988 (suicide lifeline)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4865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DKA symptoms → "Call 999 immediately"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4126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System prompt forbids medication changes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0690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"What if input is unusual?"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634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Tested 30+ edge cases (BM mixed, slang, missing fields)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560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Fallback: AI says "I'm not sure, please share with doctor"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24865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Admin can audit chat logs in DynamoDB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54126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• Lab vision falls back to text if image unclear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Impact  ·  5:00 – 6:00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Built for Malaysia. Ready to 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🏥  Pilot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Klinik Kesihatan Bandar Botanic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Klang Valley primary care clinic — 1,200 diabetes patients on file. Their endocrinologist sees patients every 3-4 months. Our app fills the in-between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Backup: MOH Klinik Komuniti, NADI, Persatuan Diabetes Malaysia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💰  Cost per User per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Bedrock (200 chats × 1K tokens)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103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Calibri"/>
              </a:rPr>
              <a:t>$0.10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Lambda (free tier)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3774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Calibri"/>
              </a:rPr>
              <a:t>$0.00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5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DynamoDB (free tier)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6517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Calibri"/>
              </a:rPr>
              <a:t>$0.00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SES (1 email)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9260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Calibri"/>
              </a:rPr>
              <a:t>$0.0001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0039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CloudFront / 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20039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Calibri"/>
              </a:rPr>
              <a:t>$0.02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46520" y="3520440"/>
            <a:ext cx="5074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46520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Total per user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611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6A34A"/>
                </a:solidFill>
                <a:latin typeface="Calibri"/>
              </a:rPr>
              <a:t>~$0.13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370332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⚠️  What breaks at 100K users?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1772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Bedrock TPM rate limits hit first. Solved with regional inference profiles + Lambda response caching for frequent queries (e.g., "is 180 mg/dL high?").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4023360"/>
            <a:ext cx="370332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⚠️  Who gets left out?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1772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Elderly without smartphones. Plan: USSD/SMS interface via Amazon SNS for basic glucose logging — works on any feature phone.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023360"/>
            <a:ext cx="370332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⚠️  Why won't a big company copy?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61772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Local moat: BM/Manglish, Malaysian lab formats, halal meal database, integration with KKM clinic referral systems.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Who Built 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70332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703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Backend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Bedrock Agent setup with system prompts; Lambda handlers for 14 API endpoints; DynamoDB schema for profiles, health logs, referrals; IAM roles per service; Step Functions analysis pipeline; CloudFormation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828800"/>
            <a:ext cx="370332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828800"/>
            <a:ext cx="3703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Frontend &amp;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432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Three SPAs (patient, doctor, admin) sharing one backend; Tailwind styling; Chart.js visualizations (gauges, lines, bar, radar); dark/light theme; accessibility-first forms; persistent localStorage + DynamoDB sync.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70332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703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AI Engineering &amp; 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System prompts grounded in ADA Standards of Care; prompt engineering for clinical accuracy; lab vision integration via Bedrock Converse API; Comprehend Medical entity extraction; chart insight generation; safety guardrails.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Diabetes 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926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If We Had 3 More Weeks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0136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🇲🇾  Bahasa Melayu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9164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Amazon Translate so patients can chat in their first language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9572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📡  CGM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8600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Live glucose data from FreeStyle Libre / Dexcom via FHIR API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99008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803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📧  SES production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8036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Emails go straight to inbox without verification step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8444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74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🌐  Custom 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47472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diabetescare.my with proper DKIM/SPF for email trust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17880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690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📚  Bedrock Knowledge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6908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RAG against ADA Standards PDF for citation-backed answers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77316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634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📱  Native mobile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66344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React Native wrapper, push notifications via SNS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367528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57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🤝  Hardware partnership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25780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Pilot real CGM devices with Abbott Malaysia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4748B"/>
                </a:solidFill>
                <a:latin typeface="Calibri"/>
              </a:rPr>
              <a:t>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Calibri"/>
              </a:rPr>
              <a:t>Diabetes Control AI helps Malaysians manage diabetes daily —
without waiting 3 months for an endocrinologist appointment.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Built on AWS in 6 weeks  ·  $0.13 per user per month  ·  Live now  ·  Ready to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846320"/>
            <a:ext cx="5760720" cy="64008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84632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Consolas"/>
              </a:rPr>
              <a:t>github.com/sinor77/diabetes-care-agent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Thank you  ·  Terima kasih  ·  شكراً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